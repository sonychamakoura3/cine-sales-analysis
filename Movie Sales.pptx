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6" r:id="rId3"/>
    <p:sldId id="281" r:id="rId4"/>
    <p:sldId id="262" r:id="rId5"/>
    <p:sldId id="291" r:id="rId6"/>
    <p:sldId id="273" r:id="rId7"/>
    <p:sldId id="274" r:id="rId8"/>
    <p:sldId id="287" r:id="rId9"/>
    <p:sldId id="279" r:id="rId10"/>
    <p:sldId id="288" r:id="rId11"/>
    <p:sldId id="289" r:id="rId12"/>
    <p:sldId id="290" r:id="rId13"/>
    <p:sldId id="284" r:id="rId14"/>
    <p:sldId id="292" r:id="rId15"/>
    <p:sldId id="285" r:id="rId16"/>
    <p:sldId id="283" r:id="rId17"/>
    <p:sldId id="259" r:id="rId18"/>
  </p:sldIdLst>
  <p:sldSz cx="12192000" cy="6858000"/>
  <p:notesSz cx="6858000" cy="9144000"/>
  <p:embeddedFontLst>
    <p:embeddedFont>
      <p:font typeface="Libre Baskerville" panose="020F0502020204030204" pitchFamily="2" charset="0"/>
      <p:regular r:id="rId20"/>
      <p:bold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8" r:id="rId6"/>
    <p:sldLayoutId id="2147483659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29496"/>
            <a:ext cx="12190815" cy="706067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395221" y="3167534"/>
            <a:ext cx="5401558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IN" sz="40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ctr">
              <a:buSzPts val="1800"/>
            </a:pPr>
            <a:r>
              <a:rPr lang="en-IN" sz="4000" b="1" dirty="0">
                <a:solidFill>
                  <a:schemeClr val="tx1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</a:rPr>
              <a:t>Movie Sales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31F19-87BC-C270-45F8-203FC1968D33}"/>
              </a:ext>
            </a:extLst>
          </p:cNvPr>
          <p:cNvSpPr txBox="1"/>
          <p:nvPr/>
        </p:nvSpPr>
        <p:spPr>
          <a:xfrm>
            <a:off x="7964127" y="4786662"/>
            <a:ext cx="3283975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FF0000"/>
                </a:solidFill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FF0000"/>
                </a:solidFill>
              </a:rPr>
              <a:t>     </a:t>
            </a:r>
            <a:r>
              <a:rPr lang="en-IN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Shivaramaraju</a:t>
            </a: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Alle</a:t>
            </a: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Sony </a:t>
            </a:r>
            <a:r>
              <a:rPr lang="en-IN" sz="18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Chamakoura</a:t>
            </a:r>
            <a:endParaRPr lang="en-IN" sz="1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solidFill>
                  <a:srgbClr val="FF0000"/>
                </a:solidFill>
              </a:rPr>
              <a:t>Batch : </a:t>
            </a: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442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CDE4-402E-FC2B-EAFD-CA18F47D6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07" y="41121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D1BEC-7190-FECC-9D87-502FB2085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0377" y="1107434"/>
            <a:ext cx="10331245" cy="464313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</a:t>
            </a: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Objective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&amp; Transformation 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chemeClr val="tx1"/>
                </a:solidFill>
              </a:rPr>
              <a:t>Dashboard Visualization 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Highlights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  <a:p>
            <a:pPr>
              <a:lnSpc>
                <a:spcPct val="100000"/>
              </a:lnSpc>
            </a:pPr>
            <a:r>
              <a:rPr lang="en-IN" sz="21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marL="114300" indent="0">
              <a:lnSpc>
                <a:spcPct val="100000"/>
              </a:lnSpc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162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FEC1-7C42-2295-FEA7-653E5AD7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174" y="296299"/>
            <a:ext cx="10561948" cy="108660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Problem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0160C-13FD-A4A4-5A2B-25DDC418F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764" y="1210077"/>
            <a:ext cx="10816472" cy="45932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Movie industry generates huge volumes of data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Manual analysis is time-consuming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Revenue success factors are unclear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Difficulty in identifying profitable genres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Challenges in evaluating director performance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Lack of insights into audience engagement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Need for centralized analytical solution</a:t>
            </a:r>
          </a:p>
        </p:txBody>
      </p:sp>
    </p:spTree>
    <p:extLst>
      <p:ext uri="{BB962C8B-B14F-4D97-AF65-F5344CB8AC3E}">
        <p14:creationId xmlns:p14="http://schemas.microsoft.com/office/powerpoint/2010/main" val="103967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DBEA-AE18-5342-296C-2B9E87F9C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366" y="218467"/>
            <a:ext cx="10514814" cy="112178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Objective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7C4E5-0DBC-E826-0D07-1CA666F5E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313" y="1028777"/>
            <a:ext cx="10675374" cy="480044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Analyse IMDb movie dataset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Understand box-office performance trends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Identify high-performing genres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Analyse director-wise revenue contribution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Study impact of ratings and votes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Support strategic movie investments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Build interactive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4157146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7D38A-3EDF-87E7-10F8-379837D9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413" y="197976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95A2DD-7AE1-1305-5048-35FB42BB5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58900" y="1159225"/>
            <a:ext cx="815159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Lack of a consolidated view of movie performance across multiple years.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Difficulty in tracking revenue growth and decline trends over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Limited ability to compare movie success across genres and ratings.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Absence of clear metrics to measure audience response and popularity.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Challenges in identifying top-performing movies and industry leaders.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Inadequate visualization tools to support strategic planning.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Need for a data-driven system to support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528807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EB21-3BD7-F0A0-5ABE-3AE1172C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365" y="371699"/>
            <a:ext cx="8757500" cy="372358"/>
          </a:xfrm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Dataset Overview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EBD85-1549-F78A-0B8F-79BED9F6C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2675" y="934065"/>
            <a:ext cx="10686649" cy="519954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 Rows 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                           :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position of the movie in the ranking list.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                            :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the movie.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                         :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genre(s) of the movie (e.g., Action, Drama).</a:t>
            </a:r>
          </a:p>
          <a:p>
            <a:pPr>
              <a:lnSpc>
                <a:spcPct val="10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               :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brief summary or synopsis of the movie plot.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:    The name of the movie’s director.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Actors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:    Names of the main actors featured in the movie.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:    The year the movie was released.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(Minutes)     :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 of the movie in minutes.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                         :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viewer rating (e.g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., IMDB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rating). </a:t>
            </a:r>
          </a:p>
          <a:p>
            <a:pPr>
              <a:lnSpc>
                <a:spcPct val="100000"/>
              </a:lnSpc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Votes                            :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user votes received for the movie.</a:t>
            </a:r>
          </a:p>
          <a:p>
            <a:pPr>
              <a:lnSpc>
                <a:spcPct val="10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(Millions)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:   Total revenue generated by the movie in millions of USD.</a:t>
            </a:r>
          </a:p>
          <a:p>
            <a:pPr>
              <a:lnSpc>
                <a:spcPct val="100000"/>
              </a:lnSpc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Metascore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:   The Metacritic score representing critic reviews (0–100 scale). 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07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A7EFD-7AB8-1894-EE76-672CFC62C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555" y="79990"/>
            <a:ext cx="10515600" cy="129399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&amp; Transformation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4BC7A-BC0D-97B3-4D7D-EB3C970F5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0207" y="1127099"/>
            <a:ext cx="10301747" cy="46038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/>
              <a:t>Checked for missing values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Handled null Revenue values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Handled null </a:t>
            </a:r>
            <a:r>
              <a:rPr lang="en-IN" sz="2000" b="1" dirty="0" err="1"/>
              <a:t>Metascore</a:t>
            </a:r>
            <a:r>
              <a:rPr lang="en-IN" sz="2000" b="1" dirty="0"/>
              <a:t> values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Used average-based imputation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Validated numerical columns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Corrected data types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Prepared data for visualization</a:t>
            </a:r>
          </a:p>
        </p:txBody>
      </p:sp>
    </p:spTree>
    <p:extLst>
      <p:ext uri="{BB962C8B-B14F-4D97-AF65-F5344CB8AC3E}">
        <p14:creationId xmlns:p14="http://schemas.microsoft.com/office/powerpoint/2010/main" val="110671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7D9A-4324-9A38-B0D0-BC4FB6D4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20" y="77249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BCC5B-4602-09F8-AE40-099524B44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1549" y="1033692"/>
            <a:ext cx="10223090" cy="479061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User-friendly and interactive layout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Year-wise revenue trends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Genre-wise revenue comparison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Top 10 movies by revenue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Director performance analysis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Rating vs Revenue relationship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Runtime vs Revenue insights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Dynamic filters and slicers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27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A7B7A-9EE8-0EBF-D8EC-3BFAC154F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29265" y="186729"/>
            <a:ext cx="4345859" cy="560522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2EE28-2470-E8D8-C72C-8F7DCB998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97" y="747251"/>
            <a:ext cx="10783805" cy="592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D3C85-42B1-0535-759D-EB6E36384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33" y="601735"/>
            <a:ext cx="10082134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033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50A867-9E5C-20FE-5730-CA7FCDCBF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65" y="120173"/>
            <a:ext cx="11533238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952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1F714D-7829-1AB3-09B5-F18A8D249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3" y="137652"/>
            <a:ext cx="11385754" cy="604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754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6823-BB92-7CCA-D07E-C0F9DB7A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8255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Insights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7E644-104F-4366-C988-F716094337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216" y="1087770"/>
            <a:ext cx="10429568" cy="46824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Higher-rated movies earn more revenue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Action and Drama are top-performing genres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Some directors consistently deliver hits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Movies with moderate runtime perform better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Audience votes strongly influence success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Balanced content attracts wider audiences</a:t>
            </a:r>
          </a:p>
        </p:txBody>
      </p:sp>
    </p:spTree>
    <p:extLst>
      <p:ext uri="{BB962C8B-B14F-4D97-AF65-F5344CB8AC3E}">
        <p14:creationId xmlns:p14="http://schemas.microsoft.com/office/powerpoint/2010/main" val="457910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ADE8C-97BF-1FC1-E932-1DFC0217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217641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4AEB48-A4DC-87AF-927D-1C58C37BC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1994" y="1198757"/>
            <a:ext cx="1042464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Focus production and marketing efforts on high-performing genres such as Action and Drama.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Invest in directors with a consistent record of high box office revenue.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Prioritize movies with strong audience engagement, as votes significantly influence revenue.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Target optimal movie runtimes to maximize audience retention and revenue.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Balance content quality and commercial appeal to achieve both high ratings and revenue.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Use data-driven insights for budgeting, casting, and release timing decisions.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Continuously monitor performance trends using interactive dashboards for better planning.</a:t>
            </a:r>
          </a:p>
        </p:txBody>
      </p:sp>
    </p:spTree>
    <p:extLst>
      <p:ext uri="{BB962C8B-B14F-4D97-AF65-F5344CB8AC3E}">
        <p14:creationId xmlns:p14="http://schemas.microsoft.com/office/powerpoint/2010/main" val="2328055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8FB99-0F5C-5EB5-AD05-0B49E51F0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42" y="198436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 Faced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AF13E-D556-D85F-D925-72B166E11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2388" y="1278193"/>
            <a:ext cx="10291916" cy="46529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&amp; Incomplete Data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relationship between Columns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Selecting relevant KPIs</a:t>
            </a:r>
          </a:p>
          <a:p>
            <a:pPr>
              <a:lnSpc>
                <a:spcPct val="100000"/>
              </a:lnSpc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Designing clear visuals</a:t>
            </a:r>
          </a:p>
        </p:txBody>
      </p:sp>
    </p:spTree>
    <p:extLst>
      <p:ext uri="{BB962C8B-B14F-4D97-AF65-F5344CB8AC3E}">
        <p14:creationId xmlns:p14="http://schemas.microsoft.com/office/powerpoint/2010/main" val="42653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5BE7A-D428-5727-0FA6-AB2EB04ED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1" y="80450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CD7C2-5B78-678F-4FD6-06B79363B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43525"/>
            <a:ext cx="10515600" cy="47709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/>
              <a:t>Dashboard converts raw data into insights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Provides holistic view of movie performance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Helps identify revenue-driving factors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Supports production and marketing decisions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Encourages data-driven planning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Useful for studios and streaming platforms</a:t>
            </a:r>
          </a:p>
        </p:txBody>
      </p:sp>
    </p:spTree>
    <p:extLst>
      <p:ext uri="{BB962C8B-B14F-4D97-AF65-F5344CB8AC3E}">
        <p14:creationId xmlns:p14="http://schemas.microsoft.com/office/powerpoint/2010/main" val="3791886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18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2969</TotalTime>
  <Words>604</Words>
  <Application>Microsoft Office PowerPoint</Application>
  <PresentationFormat>Widescreen</PresentationFormat>
  <Paragraphs>105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Calibri</vt:lpstr>
      <vt:lpstr>Libre Baskerville</vt:lpstr>
      <vt:lpstr>Office Theme</vt:lpstr>
      <vt:lpstr>PowerPoint Presentation</vt:lpstr>
      <vt:lpstr>Agenda:</vt:lpstr>
      <vt:lpstr>Business Problem :</vt:lpstr>
      <vt:lpstr>Business Objective :</vt:lpstr>
      <vt:lpstr>Problem Statement</vt:lpstr>
      <vt:lpstr>Dataset Overview :</vt:lpstr>
      <vt:lpstr>Data Cleaning &amp; Transformation :</vt:lpstr>
      <vt:lpstr>Dashboard Visualization :</vt:lpstr>
      <vt:lpstr>Dashboard :</vt:lpstr>
      <vt:lpstr>PowerPoint Presentation</vt:lpstr>
      <vt:lpstr>PowerPoint Presentation</vt:lpstr>
      <vt:lpstr>PowerPoint Presentation</vt:lpstr>
      <vt:lpstr>Key Insights :</vt:lpstr>
      <vt:lpstr>Recommendations</vt:lpstr>
      <vt:lpstr>Challenges Faced :</vt:lpstr>
      <vt:lpstr>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chsony sony</cp:lastModifiedBy>
  <cp:revision>45</cp:revision>
  <dcterms:created xsi:type="dcterms:W3CDTF">2021-02-16T05:19:01Z</dcterms:created>
  <dcterms:modified xsi:type="dcterms:W3CDTF">2026-01-03T10:23:52Z</dcterms:modified>
</cp:coreProperties>
</file>